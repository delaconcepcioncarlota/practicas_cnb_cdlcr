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C_631DF45D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2" r:id="rId3"/>
    <p:sldId id="263" r:id="rId4"/>
    <p:sldId id="259" r:id="rId5"/>
    <p:sldId id="260" r:id="rId6"/>
    <p:sldId id="261" r:id="rId7"/>
    <p:sldId id="264" r:id="rId8"/>
    <p:sldId id="267" r:id="rId9"/>
    <p:sldId id="269" r:id="rId10"/>
    <p:sldId id="270" r:id="rId11"/>
    <p:sldId id="268" r:id="rId12"/>
    <p:sldId id="265" r:id="rId13"/>
    <p:sldId id="266" r:id="rId1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CF9B2F-1F22-4CBD-8302-1F4925669E7D}">
          <p14:sldIdLst/>
        </p14:section>
        <p14:section name="SpikeIn" id="{F26D33FE-2257-4DF6-AB88-87DE6A19E28F}">
          <p14:sldIdLst>
            <p14:sldId id="257"/>
            <p14:sldId id="262"/>
            <p14:sldId id="263"/>
            <p14:sldId id="259"/>
            <p14:sldId id="260"/>
            <p14:sldId id="261"/>
          </p14:sldIdLst>
        </p14:section>
        <p14:section name="MTA" id="{EC47F3A5-179A-4EC5-B289-D0930FCAE305}">
          <p14:sldIdLst>
            <p14:sldId id="264"/>
            <p14:sldId id="267"/>
            <p14:sldId id="269"/>
            <p14:sldId id="270"/>
            <p14:sldId id="268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880F4E-590B-1D15-7AC7-5805918477FD}" name="Carlota de la Concepción Ruiz" initials="Cd" userId="S::carlota.delaconcepcion@estudiante.uam.es::c6c5a605-9d64-4223-bbec-b42dfaf9f7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37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C_631DF4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A36895-EF89-4996-8116-591BFCFC065E}" authorId="{9F880F4E-590B-1D15-7AC7-5805918477FD}" created="2026-09-27T18:39:28.4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62907485" sldId="268"/>
      <ac:picMk id="4" creationId="{56208AB9-9C86-4C42-82E1-269059D7DBDC}"/>
    </ac:deMkLst>
    <p188:txBody>
      <a:bodyPr/>
      <a:lstStyle/>
      <a:p>
        <a:r>
          <a:rPr lang="es-ES"/>
          <a:t>Poner las de 10microM de MTA a los dos tiempos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740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67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056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15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30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616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690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16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64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22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90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85734-2646-4C2E-8C32-48EB09A0E69A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27A44-BFBE-49D7-8540-EE112CD04E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625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microsoft.com/office/2018/10/relationships/comments" Target="../comments/modernComment_10C_631DF45D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29FDC-37FB-A242-FE92-A90B36A35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66" y="681275"/>
            <a:ext cx="6553200" cy="4368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C189D-6202-6DB7-AE92-2981117AC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1" y="5088174"/>
            <a:ext cx="6481705" cy="4321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8A891-EF69-4AD4-1CB3-387AFAAD3D25}"/>
              </a:ext>
            </a:extLst>
          </p:cNvPr>
          <p:cNvSpPr txBox="1"/>
          <p:nvPr/>
        </p:nvSpPr>
        <p:spPr>
          <a:xfrm>
            <a:off x="181966" y="681275"/>
            <a:ext cx="94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06DBD-3871-C882-399A-DBAD0F33B216}"/>
              </a:ext>
            </a:extLst>
          </p:cNvPr>
          <p:cNvSpPr txBox="1"/>
          <p:nvPr/>
        </p:nvSpPr>
        <p:spPr>
          <a:xfrm>
            <a:off x="181966" y="5100875"/>
            <a:ext cx="94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4782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1CFC52-EBBF-4095-ACBA-E62266A95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0" y="2298497"/>
            <a:ext cx="3240000" cy="21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7A4DA9-A5FA-4EB5-96FC-DA35E4B21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50" y="2298497"/>
            <a:ext cx="3240000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CC57A7-330A-4EA1-9EDC-3F413D653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0" y="4597905"/>
            <a:ext cx="3240000" cy="21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EED5DF-28C8-4A2D-8484-EE3C09456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50" y="4597905"/>
            <a:ext cx="3240000" cy="21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EB3515-6211-463F-8B68-DEE59AF02C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0" y="6897313"/>
            <a:ext cx="3240000" cy="21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501419E-3463-4EA9-83E5-A3044250B8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50" y="6897313"/>
            <a:ext cx="3240000" cy="216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98F5B7-A9EE-403A-83D7-86BBDF920347}"/>
              </a:ext>
            </a:extLst>
          </p:cNvPr>
          <p:cNvSpPr txBox="1"/>
          <p:nvPr/>
        </p:nvSpPr>
        <p:spPr>
          <a:xfrm>
            <a:off x="94500" y="2185788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B804DC-07E5-4E29-9135-88D3F1AB7415}"/>
              </a:ext>
            </a:extLst>
          </p:cNvPr>
          <p:cNvSpPr txBox="1"/>
          <p:nvPr/>
        </p:nvSpPr>
        <p:spPr>
          <a:xfrm>
            <a:off x="3349153" y="2185788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E8498A-A12D-4ADD-A695-34DEF986135E}"/>
              </a:ext>
            </a:extLst>
          </p:cNvPr>
          <p:cNvSpPr txBox="1"/>
          <p:nvPr/>
        </p:nvSpPr>
        <p:spPr>
          <a:xfrm>
            <a:off x="94500" y="4491190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3294FA-6AD4-419D-8D11-C1B5A207AE40}"/>
              </a:ext>
            </a:extLst>
          </p:cNvPr>
          <p:cNvSpPr txBox="1"/>
          <p:nvPr/>
        </p:nvSpPr>
        <p:spPr>
          <a:xfrm>
            <a:off x="3349153" y="4491190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369D87-F44C-4E9B-908D-C2CAD44B0CE8}"/>
              </a:ext>
            </a:extLst>
          </p:cNvPr>
          <p:cNvSpPr txBox="1"/>
          <p:nvPr/>
        </p:nvSpPr>
        <p:spPr>
          <a:xfrm>
            <a:off x="0" y="6757905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70DDE4-8B8D-43A4-8BD4-021B44D9B22F}"/>
              </a:ext>
            </a:extLst>
          </p:cNvPr>
          <p:cNvSpPr txBox="1"/>
          <p:nvPr/>
        </p:nvSpPr>
        <p:spPr>
          <a:xfrm>
            <a:off x="3254653" y="6757905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84819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9BDA0C-E364-465C-A8A5-F4FA7B930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39" y="3069020"/>
            <a:ext cx="6842236" cy="45614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C45938-7C56-429B-8055-7B958DAAA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87" y="7630510"/>
            <a:ext cx="6842235" cy="4561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2C7552-7E2D-4DA5-AED3-1E7DDE74661A}"/>
              </a:ext>
            </a:extLst>
          </p:cNvPr>
          <p:cNvSpPr txBox="1"/>
          <p:nvPr/>
        </p:nvSpPr>
        <p:spPr>
          <a:xfrm>
            <a:off x="68939" y="2899743"/>
            <a:ext cx="968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E8844-B7C8-4CCE-8C93-E1814A1270FE}"/>
              </a:ext>
            </a:extLst>
          </p:cNvPr>
          <p:cNvSpPr txBox="1"/>
          <p:nvPr/>
        </p:nvSpPr>
        <p:spPr>
          <a:xfrm>
            <a:off x="68939" y="7630510"/>
            <a:ext cx="811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5078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8F5B7-2D91-A9A4-AF82-37EE1E404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2"/>
          <a:stretch>
            <a:fillRect/>
          </a:stretch>
        </p:blipFill>
        <p:spPr>
          <a:xfrm>
            <a:off x="373694" y="241300"/>
            <a:ext cx="2906699" cy="27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4A35F-6CF9-5703-EFB8-02D42D3E2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3"/>
          <a:stretch>
            <a:fillRect/>
          </a:stretch>
        </p:blipFill>
        <p:spPr>
          <a:xfrm>
            <a:off x="427112" y="3031733"/>
            <a:ext cx="2901466" cy="27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A989B-1ED7-C381-E770-9F987105A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0" y="3307098"/>
            <a:ext cx="342900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D9B1F-4447-1DB0-955D-1D39476B1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5" y="482600"/>
            <a:ext cx="3429000" cy="228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821CF0-4339-C581-157B-83CD8C92CE00}"/>
              </a:ext>
            </a:extLst>
          </p:cNvPr>
          <p:cNvSpPr txBox="1"/>
          <p:nvPr/>
        </p:nvSpPr>
        <p:spPr>
          <a:xfrm>
            <a:off x="169937" y="192963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2448C-59E6-F473-EE77-5F91DC0CDB15}"/>
              </a:ext>
            </a:extLst>
          </p:cNvPr>
          <p:cNvSpPr txBox="1"/>
          <p:nvPr/>
        </p:nvSpPr>
        <p:spPr>
          <a:xfrm>
            <a:off x="3424590" y="192963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A96DE-1110-E41A-407E-D1A6FAC3A8AD}"/>
              </a:ext>
            </a:extLst>
          </p:cNvPr>
          <p:cNvSpPr txBox="1"/>
          <p:nvPr/>
        </p:nvSpPr>
        <p:spPr>
          <a:xfrm>
            <a:off x="169937" y="2956224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9BBDFA-1BAA-AA4F-1246-D8075B137BBD}"/>
              </a:ext>
            </a:extLst>
          </p:cNvPr>
          <p:cNvSpPr txBox="1"/>
          <p:nvPr/>
        </p:nvSpPr>
        <p:spPr>
          <a:xfrm>
            <a:off x="3424590" y="2956224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6077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ECDD0-55AB-82BE-FD9E-BFAA90B257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7" y="5772075"/>
            <a:ext cx="6213324" cy="5914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A44098-9D26-A9D3-635A-2FDC6AEFC09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7" y="722241"/>
            <a:ext cx="6213325" cy="52491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B471BD-A59A-4AD1-61AF-A5D89ED9337F}"/>
              </a:ext>
            </a:extLst>
          </p:cNvPr>
          <p:cNvSpPr txBox="1"/>
          <p:nvPr/>
        </p:nvSpPr>
        <p:spPr>
          <a:xfrm>
            <a:off x="291660" y="703279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38C1-36C2-DBEB-DFFC-36B8AF5D0947}"/>
              </a:ext>
            </a:extLst>
          </p:cNvPr>
          <p:cNvSpPr txBox="1"/>
          <p:nvPr/>
        </p:nvSpPr>
        <p:spPr>
          <a:xfrm>
            <a:off x="322337" y="5772075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0BA97-E468-4A53-AB6D-56110CF57C2E}"/>
              </a:ext>
            </a:extLst>
          </p:cNvPr>
          <p:cNvSpPr txBox="1"/>
          <p:nvPr/>
        </p:nvSpPr>
        <p:spPr>
          <a:xfrm>
            <a:off x="259081" y="1729713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cycloess_Impseq_zero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C9505-7A10-44AD-A55A-7726653CD256}"/>
              </a:ext>
            </a:extLst>
          </p:cNvPr>
          <p:cNvSpPr/>
          <p:nvPr/>
        </p:nvSpPr>
        <p:spPr>
          <a:xfrm>
            <a:off x="579510" y="1319278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06D671-7E6B-4A24-9794-5B79569D346E}"/>
              </a:ext>
            </a:extLst>
          </p:cNvPr>
          <p:cNvSpPr/>
          <p:nvPr/>
        </p:nvSpPr>
        <p:spPr>
          <a:xfrm>
            <a:off x="419296" y="4220303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411097-0E3E-4F84-83A0-B58DD71FC739}"/>
              </a:ext>
            </a:extLst>
          </p:cNvPr>
          <p:cNvSpPr/>
          <p:nvPr/>
        </p:nvSpPr>
        <p:spPr>
          <a:xfrm>
            <a:off x="579510" y="6451196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EC12A-86C9-4561-9564-B2D5DEB11220}"/>
              </a:ext>
            </a:extLst>
          </p:cNvPr>
          <p:cNvSpPr/>
          <p:nvPr/>
        </p:nvSpPr>
        <p:spPr>
          <a:xfrm>
            <a:off x="579511" y="2773056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069B3-06BC-4D16-B351-38B05D31CB7A}"/>
              </a:ext>
            </a:extLst>
          </p:cNvPr>
          <p:cNvSpPr txBox="1"/>
          <p:nvPr/>
        </p:nvSpPr>
        <p:spPr>
          <a:xfrm>
            <a:off x="259079" y="3191511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vsn_Impseq_zero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47A2F7-12AF-4192-99A7-A359FE54D4B5}"/>
              </a:ext>
            </a:extLst>
          </p:cNvPr>
          <p:cNvSpPr txBox="1"/>
          <p:nvPr/>
        </p:nvSpPr>
        <p:spPr>
          <a:xfrm>
            <a:off x="322337" y="4626830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Rlr_Impseq_zero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0E6A26-97EF-46BC-9FBE-DDD2FE1FABF9}"/>
              </a:ext>
            </a:extLst>
          </p:cNvPr>
          <p:cNvSpPr/>
          <p:nvPr/>
        </p:nvSpPr>
        <p:spPr>
          <a:xfrm>
            <a:off x="642768" y="9733403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D1EF73-8AA1-49A1-B2C4-FD7E599A56A5}"/>
              </a:ext>
            </a:extLst>
          </p:cNvPr>
          <p:cNvSpPr/>
          <p:nvPr/>
        </p:nvSpPr>
        <p:spPr>
          <a:xfrm>
            <a:off x="548835" y="8124892"/>
            <a:ext cx="1241669" cy="189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F80D20-AE40-494E-BEE2-190A900ED03F}"/>
              </a:ext>
            </a:extLst>
          </p:cNvPr>
          <p:cNvSpPr txBox="1"/>
          <p:nvPr/>
        </p:nvSpPr>
        <p:spPr>
          <a:xfrm>
            <a:off x="259081" y="6998019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cycloess_Impseq_zero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E7CC91-4ACE-49F6-B9C7-9F123DB4AC00}"/>
              </a:ext>
            </a:extLst>
          </p:cNvPr>
          <p:cNvSpPr txBox="1"/>
          <p:nvPr/>
        </p:nvSpPr>
        <p:spPr>
          <a:xfrm>
            <a:off x="259079" y="8606381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vsn_Impseq_zero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25D35-5291-4CCC-A6D1-35E69C6BA1DF}"/>
              </a:ext>
            </a:extLst>
          </p:cNvPr>
          <p:cNvSpPr txBox="1"/>
          <p:nvPr/>
        </p:nvSpPr>
        <p:spPr>
          <a:xfrm>
            <a:off x="228404" y="10216066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Rlr_Impseq_zero</a:t>
            </a:r>
            <a:endParaRPr lang="es-ES" sz="1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363387-779B-4F9A-AA3B-75FAA02AEA21}"/>
              </a:ext>
            </a:extLst>
          </p:cNvPr>
          <p:cNvSpPr txBox="1"/>
          <p:nvPr/>
        </p:nvSpPr>
        <p:spPr>
          <a:xfrm>
            <a:off x="930620" y="5896193"/>
            <a:ext cx="526697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Método		| log FC| &gt;=	TP		TN		FP		FN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4578A9-E289-44F8-BDCD-B524B0307A41}"/>
              </a:ext>
            </a:extLst>
          </p:cNvPr>
          <p:cNvSpPr txBox="1"/>
          <p:nvPr/>
        </p:nvSpPr>
        <p:spPr>
          <a:xfrm>
            <a:off x="930620" y="839050"/>
            <a:ext cx="526697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Método		| log FC| &gt;=	TP		TN		FP		FN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438C4-C564-4EF7-BA46-805A328EAE77}"/>
              </a:ext>
            </a:extLst>
          </p:cNvPr>
          <p:cNvSpPr txBox="1"/>
          <p:nvPr/>
        </p:nvSpPr>
        <p:spPr>
          <a:xfrm>
            <a:off x="1896032" y="1287534"/>
            <a:ext cx="514350" cy="4672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05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1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1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050" dirty="0"/>
              <a:t>1</a:t>
            </a:r>
          </a:p>
          <a:p>
            <a:pPr algn="ctr">
              <a:lnSpc>
                <a:spcPct val="150000"/>
              </a:lnSpc>
            </a:pPr>
            <a:endParaRPr lang="es-E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A4BB9C-0210-4423-9A4D-6216FFD665A6}"/>
              </a:ext>
            </a:extLst>
          </p:cNvPr>
          <p:cNvSpPr txBox="1"/>
          <p:nvPr/>
        </p:nvSpPr>
        <p:spPr>
          <a:xfrm>
            <a:off x="1914474" y="6338448"/>
            <a:ext cx="514350" cy="5326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20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1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1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0.1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0.2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0.3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0.5</a:t>
            </a:r>
          </a:p>
          <a:p>
            <a:pPr algn="ctr">
              <a:lnSpc>
                <a:spcPct val="150000"/>
              </a:lnSpc>
            </a:pPr>
            <a:r>
              <a:rPr lang="es-ES" sz="1200" dirty="0"/>
              <a:t>1</a:t>
            </a:r>
          </a:p>
          <a:p>
            <a:pPr algn="ctr">
              <a:lnSpc>
                <a:spcPct val="150000"/>
              </a:lnSpc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04190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5911-1153-793A-32E7-36F3CEC9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D5AAF8-8742-A34C-2703-0B0FB7A3A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2" b="-2308"/>
          <a:stretch>
            <a:fillRect/>
          </a:stretch>
        </p:blipFill>
        <p:spPr>
          <a:xfrm>
            <a:off x="5974159" y="515990"/>
            <a:ext cx="5996363" cy="558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9FC06E-16D9-B919-E8FD-44E09AA6E544}"/>
              </a:ext>
            </a:extLst>
          </p:cNvPr>
          <p:cNvSpPr txBox="1"/>
          <p:nvPr/>
        </p:nvSpPr>
        <p:spPr>
          <a:xfrm>
            <a:off x="169937" y="481520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79AE7-3081-6344-BA11-35D556C04E4C}"/>
              </a:ext>
            </a:extLst>
          </p:cNvPr>
          <p:cNvSpPr txBox="1"/>
          <p:nvPr/>
        </p:nvSpPr>
        <p:spPr>
          <a:xfrm>
            <a:off x="5862048" y="481520"/>
            <a:ext cx="5143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FF2CA-87C5-487C-B35D-977375877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48" y="515990"/>
            <a:ext cx="5580000" cy="55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0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E661F-980B-4F27-BF73-40BF3FFA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83000" y="855000"/>
            <a:ext cx="5130000" cy="34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EA9715-09FD-4EE8-8E8F-9E1F586F2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5002" y="6018750"/>
            <a:ext cx="5130000" cy="34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621938-7BD2-454F-8C8E-EF551E2F4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64998" y="6018750"/>
            <a:ext cx="5130000" cy="34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929CC-8FAB-430B-90AF-65314D67A5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5001" y="855000"/>
            <a:ext cx="5130000" cy="34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389A59-2186-4103-9BC7-3FF3BAE707A4}"/>
              </a:ext>
            </a:extLst>
          </p:cNvPr>
          <p:cNvSpPr txBox="1"/>
          <p:nvPr/>
        </p:nvSpPr>
        <p:spPr>
          <a:xfrm>
            <a:off x="18001" y="4881791"/>
            <a:ext cx="340542" cy="2482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D64C1-0391-406A-B3E6-62E35CADBEA4}"/>
              </a:ext>
            </a:extLst>
          </p:cNvPr>
          <p:cNvSpPr txBox="1"/>
          <p:nvPr/>
        </p:nvSpPr>
        <p:spPr>
          <a:xfrm>
            <a:off x="3272654" y="4881791"/>
            <a:ext cx="340542" cy="2482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24717-123E-431A-A836-7085D0AC83F1}"/>
              </a:ext>
            </a:extLst>
          </p:cNvPr>
          <p:cNvSpPr txBox="1"/>
          <p:nvPr/>
        </p:nvSpPr>
        <p:spPr>
          <a:xfrm>
            <a:off x="18001" y="10079290"/>
            <a:ext cx="340542" cy="2482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A84452-87B8-4070-B81D-0797A3E9C057}"/>
              </a:ext>
            </a:extLst>
          </p:cNvPr>
          <p:cNvSpPr txBox="1"/>
          <p:nvPr/>
        </p:nvSpPr>
        <p:spPr>
          <a:xfrm>
            <a:off x="3272654" y="10079290"/>
            <a:ext cx="340542" cy="2482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ES" sz="101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7850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D4A181F-A6B6-C8C7-4B35-A14417C18841}"/>
              </a:ext>
            </a:extLst>
          </p:cNvPr>
          <p:cNvGrpSpPr/>
          <p:nvPr/>
        </p:nvGrpSpPr>
        <p:grpSpPr>
          <a:xfrm>
            <a:off x="189000" y="0"/>
            <a:ext cx="6480000" cy="4320000"/>
            <a:chOff x="0" y="3694500"/>
            <a:chExt cx="6480000" cy="432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CE4D63-1D6D-1482-DA5E-1C12530AE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694500"/>
              <a:ext cx="6480000" cy="432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EF7014-2C24-2FDF-BFF3-102330B0EF2E}"/>
                </a:ext>
              </a:extLst>
            </p:cNvPr>
            <p:cNvSpPr txBox="1"/>
            <p:nvPr/>
          </p:nvSpPr>
          <p:spPr>
            <a:xfrm>
              <a:off x="2238287" y="3930650"/>
              <a:ext cx="20034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 err="1">
                  <a:solidFill>
                    <a:schemeClr val="bg2">
                      <a:lumMod val="50000"/>
                    </a:schemeClr>
                  </a:solidFill>
                </a:rPr>
                <a:t>Normalization</a:t>
              </a:r>
              <a:r>
                <a:rPr lang="es-ES" sz="105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s-ES" sz="1050" dirty="0" err="1">
                  <a:solidFill>
                    <a:schemeClr val="bg2">
                      <a:lumMod val="50000"/>
                    </a:schemeClr>
                  </a:solidFill>
                </a:rPr>
                <a:t>method</a:t>
              </a:r>
              <a:r>
                <a:rPr lang="es-ES" sz="1050" dirty="0">
                  <a:solidFill>
                    <a:schemeClr val="bg2">
                      <a:lumMod val="50000"/>
                    </a:schemeClr>
                  </a:solidFill>
                </a:rPr>
                <a:t>: </a:t>
              </a:r>
              <a:r>
                <a:rPr lang="es-ES" sz="1050" i="1" dirty="0">
                  <a:solidFill>
                    <a:schemeClr val="bg2">
                      <a:lumMod val="50000"/>
                    </a:schemeClr>
                  </a:solidFill>
                </a:rPr>
                <a:t>vsn</a:t>
              </a:r>
              <a:endParaRPr lang="es-ES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A147BE-24DC-5545-D0E7-8FB8F0E4716F}"/>
              </a:ext>
            </a:extLst>
          </p:cNvPr>
          <p:cNvGrpSpPr/>
          <p:nvPr/>
        </p:nvGrpSpPr>
        <p:grpSpPr>
          <a:xfrm>
            <a:off x="189000" y="4227900"/>
            <a:ext cx="6480000" cy="4320000"/>
            <a:chOff x="6480000" y="3694500"/>
            <a:chExt cx="6480000" cy="432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DD3F44-D3A3-E63A-6691-EB3FCA28C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000" y="3694500"/>
              <a:ext cx="6480000" cy="432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CEAFC8-5BA4-01E4-C0AE-B21A79130EF1}"/>
                </a:ext>
              </a:extLst>
            </p:cNvPr>
            <p:cNvSpPr txBox="1"/>
            <p:nvPr/>
          </p:nvSpPr>
          <p:spPr>
            <a:xfrm>
              <a:off x="8599356" y="3934497"/>
              <a:ext cx="224128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 err="1">
                  <a:solidFill>
                    <a:schemeClr val="bg2">
                      <a:lumMod val="50000"/>
                    </a:schemeClr>
                  </a:solidFill>
                </a:rPr>
                <a:t>Normalization</a:t>
              </a:r>
              <a:r>
                <a:rPr lang="es-ES" sz="105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s-ES" sz="1050" dirty="0" err="1">
                  <a:solidFill>
                    <a:schemeClr val="bg2">
                      <a:lumMod val="50000"/>
                    </a:schemeClr>
                  </a:solidFill>
                </a:rPr>
                <a:t>method</a:t>
              </a:r>
              <a:r>
                <a:rPr lang="es-ES" sz="1050" dirty="0">
                  <a:solidFill>
                    <a:schemeClr val="bg2">
                      <a:lumMod val="50000"/>
                    </a:schemeClr>
                  </a:solidFill>
                </a:rPr>
                <a:t>: </a:t>
              </a:r>
              <a:r>
                <a:rPr lang="es-ES" sz="1050" i="1" dirty="0">
                  <a:solidFill>
                    <a:schemeClr val="bg2">
                      <a:lumMod val="50000"/>
                    </a:schemeClr>
                  </a:solidFill>
                </a:rPr>
                <a:t>cycloess</a:t>
              </a:r>
              <a:endParaRPr lang="es-ES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96A49-EA0C-1D26-0571-B813F4F70180}"/>
              </a:ext>
            </a:extLst>
          </p:cNvPr>
          <p:cNvSpPr txBox="1"/>
          <p:nvPr/>
        </p:nvSpPr>
        <p:spPr>
          <a:xfrm>
            <a:off x="181966" y="681275"/>
            <a:ext cx="94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B026B-0EDA-167F-60C2-FF957DE86E24}"/>
              </a:ext>
            </a:extLst>
          </p:cNvPr>
          <p:cNvSpPr txBox="1"/>
          <p:nvPr/>
        </p:nvSpPr>
        <p:spPr>
          <a:xfrm>
            <a:off x="181966" y="5100875"/>
            <a:ext cx="94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2285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5911-1153-793A-32E7-36F3CEC9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DFF2CA-87C5-487C-B35D-977375877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47" y="515989"/>
            <a:ext cx="5580000" cy="55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5AAF8-8742-A34C-2703-0B0FB7A3A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786" y="515990"/>
            <a:ext cx="5580000" cy="558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9FC06E-16D9-B919-E8FD-44E09AA6E544}"/>
              </a:ext>
            </a:extLst>
          </p:cNvPr>
          <p:cNvSpPr txBox="1"/>
          <p:nvPr/>
        </p:nvSpPr>
        <p:spPr>
          <a:xfrm>
            <a:off x="282048" y="51599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79AE7-3081-6344-BA11-35D556C04E4C}"/>
              </a:ext>
            </a:extLst>
          </p:cNvPr>
          <p:cNvSpPr txBox="1"/>
          <p:nvPr/>
        </p:nvSpPr>
        <p:spPr>
          <a:xfrm>
            <a:off x="5862048" y="515989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160091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70CA3A-F97C-414A-8753-B5C93B9539C9}"/>
              </a:ext>
            </a:extLst>
          </p:cNvPr>
          <p:cNvGrpSpPr>
            <a:grpSpLocks noChangeAspect="1"/>
          </p:cNvGrpSpPr>
          <p:nvPr/>
        </p:nvGrpSpPr>
        <p:grpSpPr>
          <a:xfrm>
            <a:off x="384381" y="2140857"/>
            <a:ext cx="11894951" cy="4059487"/>
            <a:chOff x="571500" y="2286000"/>
            <a:chExt cx="11163903" cy="381000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1E03F79-B3D6-4BA2-8AD6-030D6D1EE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20403" y="2286000"/>
              <a:ext cx="5715000" cy="381000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E053BDD-F588-447A-8887-A648B3283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500" y="2286000"/>
              <a:ext cx="5715000" cy="381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5FE140-00A7-4587-9ABF-35BF7C5224E8}"/>
                </a:ext>
              </a:extLst>
            </p:cNvPr>
            <p:cNvSpPr txBox="1"/>
            <p:nvPr/>
          </p:nvSpPr>
          <p:spPr>
            <a:xfrm>
              <a:off x="571500" y="2286000"/>
              <a:ext cx="947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427338-A20C-4C53-B054-72012226D322}"/>
                </a:ext>
              </a:extLst>
            </p:cNvPr>
            <p:cNvSpPr txBox="1"/>
            <p:nvPr/>
          </p:nvSpPr>
          <p:spPr>
            <a:xfrm>
              <a:off x="6020406" y="2286000"/>
              <a:ext cx="947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891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">
            <a:extLst>
              <a:ext uri="{FF2B5EF4-FFF2-40B4-BE49-F238E27FC236}">
                <a16:creationId xmlns:a16="http://schemas.microsoft.com/office/drawing/2014/main" id="{D4C77DCC-91E5-38EF-B93D-2387324F5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7710" y="1030391"/>
            <a:ext cx="3262368" cy="2520000"/>
          </a:xfrm>
          <a:prstGeom prst="rect">
            <a:avLst/>
          </a:prstGeom>
        </p:spPr>
      </p:pic>
      <p:pic>
        <p:nvPicPr>
          <p:cNvPr id="4" name="drawing">
            <a:extLst>
              <a:ext uri="{FF2B5EF4-FFF2-40B4-BE49-F238E27FC236}">
                <a16:creationId xmlns:a16="http://schemas.microsoft.com/office/drawing/2014/main" id="{56208AB9-9C86-4C42-82E1-269059D7D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6240" y="3550391"/>
            <a:ext cx="3262113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07485"/>
      </p:ext>
    </p:extLst>
  </p:cSld>
  <p:clrMapOvr>
    <a:masterClrMapping/>
  </p:clrMapOvr>
  <p:extLst>
    <p:ext uri="{6950BFC3-D8DA-4A85-94F7-54DA5524770B}">
      <p188:commentRel xmlns="" xmlns:p188="http://schemas.microsoft.com/office/powerpoint/2018/8/main" r:id="rId4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DB393-A571-4CBC-8C0B-F4BA20568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9300"/>
            <a:ext cx="6857999" cy="3830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7DB855-E14E-406B-A805-DFF8D057C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0908"/>
            <a:ext cx="6857996" cy="38308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73CF4E-7CF2-431D-BFE9-4FDB3FD2C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60105"/>
            <a:ext cx="6857998" cy="3830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82C239-B1DE-4090-B49F-C94EAF4D3D70}"/>
              </a:ext>
            </a:extLst>
          </p:cNvPr>
          <p:cNvSpPr txBox="1"/>
          <p:nvPr/>
        </p:nvSpPr>
        <p:spPr>
          <a:xfrm>
            <a:off x="132001" y="129300"/>
            <a:ext cx="968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B9625-4BDB-4369-8D6F-C465A10B9C1C}"/>
              </a:ext>
            </a:extLst>
          </p:cNvPr>
          <p:cNvSpPr txBox="1"/>
          <p:nvPr/>
        </p:nvSpPr>
        <p:spPr>
          <a:xfrm>
            <a:off x="-2" y="3960104"/>
            <a:ext cx="811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4EAC3-C5AA-4B01-8BBB-C653C3820399}"/>
              </a:ext>
            </a:extLst>
          </p:cNvPr>
          <p:cNvSpPr txBox="1"/>
          <p:nvPr/>
        </p:nvSpPr>
        <p:spPr>
          <a:xfrm>
            <a:off x="-3" y="7790907"/>
            <a:ext cx="811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1641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DB634F-4D02-4D7A-A6EA-0B766C00B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495"/>
            <a:ext cx="6858000" cy="383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3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375</TotalTime>
  <Words>143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Carlota de la Concepción Ruiz</dc:creator>
  <cp:lastModifiedBy>Proteomica</cp:lastModifiedBy>
  <cp:revision>16</cp:revision>
  <dcterms:created xsi:type="dcterms:W3CDTF">2026-09-21T17:20:45Z</dcterms:created>
  <dcterms:modified xsi:type="dcterms:W3CDTF">2026-10-05T13:35:05Z</dcterms:modified>
</cp:coreProperties>
</file>